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68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E97C80-3C92-4027-AD8A-64A1F36FC84F}" type="doc">
      <dgm:prSet loTypeId="urn:microsoft.com/office/officeart/2005/8/layout/cycle8" loCatId="cycle" qsTypeId="urn:microsoft.com/office/officeart/2005/8/quickstyle/simple5" qsCatId="simple" csTypeId="urn:microsoft.com/office/officeart/2005/8/colors/colorful5" csCatId="colorful" phldr="1"/>
      <dgm:spPr/>
    </dgm:pt>
    <dgm:pt modelId="{493F442E-2BEE-46F0-8C84-07E3FC71C271}">
      <dgm:prSet phldrT="[Text]"/>
      <dgm:spPr/>
      <dgm:t>
        <a:bodyPr/>
        <a:lstStyle/>
        <a:p>
          <a:r>
            <a:rPr lang="en-US" dirty="0" smtClean="0"/>
            <a:t>Brain Storm</a:t>
          </a:r>
          <a:endParaRPr lang="en-US" dirty="0"/>
        </a:p>
      </dgm:t>
    </dgm:pt>
    <dgm:pt modelId="{943564ED-42E3-4044-A7FA-A0735E3CE354}" type="parTrans" cxnId="{55C634E4-ED1A-407B-953B-6F41477562C0}">
      <dgm:prSet/>
      <dgm:spPr/>
      <dgm:t>
        <a:bodyPr/>
        <a:lstStyle/>
        <a:p>
          <a:endParaRPr lang="en-US"/>
        </a:p>
      </dgm:t>
    </dgm:pt>
    <dgm:pt modelId="{B8A02050-0DC8-480A-B6E4-0C4ED0B2518C}" type="sibTrans" cxnId="{55C634E4-ED1A-407B-953B-6F41477562C0}">
      <dgm:prSet/>
      <dgm:spPr/>
      <dgm:t>
        <a:bodyPr/>
        <a:lstStyle/>
        <a:p>
          <a:endParaRPr lang="en-US"/>
        </a:p>
      </dgm:t>
    </dgm:pt>
    <dgm:pt modelId="{E62959D5-43E4-46A3-89C4-70ED57036AB5}">
      <dgm:prSet phldrT="[Text]"/>
      <dgm:spPr/>
      <dgm:t>
        <a:bodyPr/>
        <a:lstStyle/>
        <a:p>
          <a:r>
            <a:rPr lang="en-US" dirty="0" smtClean="0"/>
            <a:t>Discussion Video</a:t>
          </a:r>
          <a:endParaRPr lang="en-US" dirty="0"/>
        </a:p>
      </dgm:t>
    </dgm:pt>
    <dgm:pt modelId="{A7B9D2DB-3796-410F-992C-DBA1E2D552AD}" type="parTrans" cxnId="{10DCFBEB-360D-4195-B629-9614A2C3F230}">
      <dgm:prSet/>
      <dgm:spPr/>
      <dgm:t>
        <a:bodyPr/>
        <a:lstStyle/>
        <a:p>
          <a:endParaRPr lang="en-US"/>
        </a:p>
      </dgm:t>
    </dgm:pt>
    <dgm:pt modelId="{A4BC65B5-1097-4855-B307-2F4A5CF92AFA}" type="sibTrans" cxnId="{10DCFBEB-360D-4195-B629-9614A2C3F230}">
      <dgm:prSet/>
      <dgm:spPr/>
      <dgm:t>
        <a:bodyPr/>
        <a:lstStyle/>
        <a:p>
          <a:endParaRPr lang="en-US"/>
        </a:p>
      </dgm:t>
    </dgm:pt>
    <dgm:pt modelId="{AB5D57DF-029E-4E69-BCFD-0D8ECD27E33F}">
      <dgm:prSet phldrT="[Text]"/>
      <dgm:spPr/>
      <dgm:t>
        <a:bodyPr/>
        <a:lstStyle/>
        <a:p>
          <a:r>
            <a:rPr lang="en-US" dirty="0" smtClean="0"/>
            <a:t>Reading Question</a:t>
          </a:r>
          <a:endParaRPr lang="en-US" dirty="0"/>
        </a:p>
      </dgm:t>
    </dgm:pt>
    <dgm:pt modelId="{117F20E6-056A-45EB-9D34-9F411DB20EAD}" type="parTrans" cxnId="{E03D3C08-06CB-4E54-BB13-CF8F24044EBB}">
      <dgm:prSet/>
      <dgm:spPr/>
      <dgm:t>
        <a:bodyPr/>
        <a:lstStyle/>
        <a:p>
          <a:endParaRPr lang="en-US"/>
        </a:p>
      </dgm:t>
    </dgm:pt>
    <dgm:pt modelId="{0C01D6EB-3B83-4D2F-87D2-740862A28B2C}" type="sibTrans" cxnId="{E03D3C08-06CB-4E54-BB13-CF8F24044EBB}">
      <dgm:prSet/>
      <dgm:spPr/>
      <dgm:t>
        <a:bodyPr/>
        <a:lstStyle/>
        <a:p>
          <a:endParaRPr lang="en-US"/>
        </a:p>
      </dgm:t>
    </dgm:pt>
    <dgm:pt modelId="{A1183E1E-931D-4D22-ACB1-BBC843DB747A}" type="pres">
      <dgm:prSet presAssocID="{74E97C80-3C92-4027-AD8A-64A1F36FC84F}" presName="compositeShape" presStyleCnt="0">
        <dgm:presLayoutVars>
          <dgm:chMax val="7"/>
          <dgm:dir/>
          <dgm:resizeHandles val="exact"/>
        </dgm:presLayoutVars>
      </dgm:prSet>
      <dgm:spPr/>
    </dgm:pt>
    <dgm:pt modelId="{BEF852A6-3073-425A-9478-6B628D3DF9D5}" type="pres">
      <dgm:prSet presAssocID="{74E97C80-3C92-4027-AD8A-64A1F36FC84F}" presName="wedge1" presStyleLbl="node1" presStyleIdx="0" presStyleCnt="3"/>
      <dgm:spPr/>
      <dgm:t>
        <a:bodyPr/>
        <a:lstStyle/>
        <a:p>
          <a:endParaRPr lang="en-US"/>
        </a:p>
      </dgm:t>
    </dgm:pt>
    <dgm:pt modelId="{71BAF780-B791-4F41-8985-01D1EE61B0AE}" type="pres">
      <dgm:prSet presAssocID="{74E97C80-3C92-4027-AD8A-64A1F36FC84F}" presName="dummy1a" presStyleCnt="0"/>
      <dgm:spPr/>
    </dgm:pt>
    <dgm:pt modelId="{1BAF9790-0733-4CB6-82A5-469804E93CC3}" type="pres">
      <dgm:prSet presAssocID="{74E97C80-3C92-4027-AD8A-64A1F36FC84F}" presName="dummy1b" presStyleCnt="0"/>
      <dgm:spPr/>
    </dgm:pt>
    <dgm:pt modelId="{93FA4735-582B-4880-B425-5CAF9019F52C}" type="pres">
      <dgm:prSet presAssocID="{74E97C80-3C92-4027-AD8A-64A1F36FC84F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1DDA39-FE8E-4B41-B531-8E6BF730EC52}" type="pres">
      <dgm:prSet presAssocID="{74E97C80-3C92-4027-AD8A-64A1F36FC84F}" presName="wedge2" presStyleLbl="node1" presStyleIdx="1" presStyleCnt="3"/>
      <dgm:spPr/>
      <dgm:t>
        <a:bodyPr/>
        <a:lstStyle/>
        <a:p>
          <a:endParaRPr lang="en-US"/>
        </a:p>
      </dgm:t>
    </dgm:pt>
    <dgm:pt modelId="{48BF075E-F13E-4A2F-B450-0B8096567B93}" type="pres">
      <dgm:prSet presAssocID="{74E97C80-3C92-4027-AD8A-64A1F36FC84F}" presName="dummy2a" presStyleCnt="0"/>
      <dgm:spPr/>
    </dgm:pt>
    <dgm:pt modelId="{A5DADC52-E244-4545-A8FE-751CBF10710D}" type="pres">
      <dgm:prSet presAssocID="{74E97C80-3C92-4027-AD8A-64A1F36FC84F}" presName="dummy2b" presStyleCnt="0"/>
      <dgm:spPr/>
    </dgm:pt>
    <dgm:pt modelId="{98A5CBF2-0242-4131-A4EA-9807DDE16229}" type="pres">
      <dgm:prSet presAssocID="{74E97C80-3C92-4027-AD8A-64A1F36FC84F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0EDB05-5FF8-478A-8669-65858558063A}" type="pres">
      <dgm:prSet presAssocID="{74E97C80-3C92-4027-AD8A-64A1F36FC84F}" presName="wedge3" presStyleLbl="node1" presStyleIdx="2" presStyleCnt="3"/>
      <dgm:spPr/>
      <dgm:t>
        <a:bodyPr/>
        <a:lstStyle/>
        <a:p>
          <a:endParaRPr lang="en-US"/>
        </a:p>
      </dgm:t>
    </dgm:pt>
    <dgm:pt modelId="{48EA3C74-1CB5-4694-84F1-BF51D240E8DD}" type="pres">
      <dgm:prSet presAssocID="{74E97C80-3C92-4027-AD8A-64A1F36FC84F}" presName="dummy3a" presStyleCnt="0"/>
      <dgm:spPr/>
    </dgm:pt>
    <dgm:pt modelId="{EB89F339-7454-40B1-B196-19F5D1FD9959}" type="pres">
      <dgm:prSet presAssocID="{74E97C80-3C92-4027-AD8A-64A1F36FC84F}" presName="dummy3b" presStyleCnt="0"/>
      <dgm:spPr/>
    </dgm:pt>
    <dgm:pt modelId="{DA5A3365-A144-4500-B893-9D02AEDA86D8}" type="pres">
      <dgm:prSet presAssocID="{74E97C80-3C92-4027-AD8A-64A1F36FC84F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984744-D5D5-4E5B-8AE5-413142159D50}" type="pres">
      <dgm:prSet presAssocID="{B8A02050-0DC8-480A-B6E4-0C4ED0B2518C}" presName="arrowWedge1" presStyleLbl="fgSibTrans2D1" presStyleIdx="0" presStyleCnt="3"/>
      <dgm:spPr/>
    </dgm:pt>
    <dgm:pt modelId="{3AE2A2F4-1C26-4F7F-9BBF-8DAA84EA2D0E}" type="pres">
      <dgm:prSet presAssocID="{A4BC65B5-1097-4855-B307-2F4A5CF92AFA}" presName="arrowWedge2" presStyleLbl="fgSibTrans2D1" presStyleIdx="1" presStyleCnt="3"/>
      <dgm:spPr/>
    </dgm:pt>
    <dgm:pt modelId="{8C2FDAFC-1ABF-45B3-980D-0D61657BEB7C}" type="pres">
      <dgm:prSet presAssocID="{0C01D6EB-3B83-4D2F-87D2-740862A28B2C}" presName="arrowWedge3" presStyleLbl="fgSibTrans2D1" presStyleIdx="2" presStyleCnt="3"/>
      <dgm:spPr/>
    </dgm:pt>
  </dgm:ptLst>
  <dgm:cxnLst>
    <dgm:cxn modelId="{3BD3F5C3-E007-4003-8EC8-2380B0FBFBA0}" type="presOf" srcId="{493F442E-2BEE-46F0-8C84-07E3FC71C271}" destId="{93FA4735-582B-4880-B425-5CAF9019F52C}" srcOrd="1" destOrd="0" presId="urn:microsoft.com/office/officeart/2005/8/layout/cycle8"/>
    <dgm:cxn modelId="{53600384-0DB6-4CC0-BBFE-283A96631459}" type="presOf" srcId="{74E97C80-3C92-4027-AD8A-64A1F36FC84F}" destId="{A1183E1E-931D-4D22-ACB1-BBC843DB747A}" srcOrd="0" destOrd="0" presId="urn:microsoft.com/office/officeart/2005/8/layout/cycle8"/>
    <dgm:cxn modelId="{E03D3C08-06CB-4E54-BB13-CF8F24044EBB}" srcId="{74E97C80-3C92-4027-AD8A-64A1F36FC84F}" destId="{AB5D57DF-029E-4E69-BCFD-0D8ECD27E33F}" srcOrd="2" destOrd="0" parTransId="{117F20E6-056A-45EB-9D34-9F411DB20EAD}" sibTransId="{0C01D6EB-3B83-4D2F-87D2-740862A28B2C}"/>
    <dgm:cxn modelId="{33158C10-C7AF-421D-B206-47B8519797D3}" type="presOf" srcId="{493F442E-2BEE-46F0-8C84-07E3FC71C271}" destId="{BEF852A6-3073-425A-9478-6B628D3DF9D5}" srcOrd="0" destOrd="0" presId="urn:microsoft.com/office/officeart/2005/8/layout/cycle8"/>
    <dgm:cxn modelId="{17A84FE6-E6C7-4FAF-A9DE-20B210478FE6}" type="presOf" srcId="{AB5D57DF-029E-4E69-BCFD-0D8ECD27E33F}" destId="{E10EDB05-5FF8-478A-8669-65858558063A}" srcOrd="0" destOrd="0" presId="urn:microsoft.com/office/officeart/2005/8/layout/cycle8"/>
    <dgm:cxn modelId="{D184EE9D-F3AB-4DB5-9DAA-25C036BA48B1}" type="presOf" srcId="{AB5D57DF-029E-4E69-BCFD-0D8ECD27E33F}" destId="{DA5A3365-A144-4500-B893-9D02AEDA86D8}" srcOrd="1" destOrd="0" presId="urn:microsoft.com/office/officeart/2005/8/layout/cycle8"/>
    <dgm:cxn modelId="{139A998B-78CE-4E2E-A844-1404D8E23F9E}" type="presOf" srcId="{E62959D5-43E4-46A3-89C4-70ED57036AB5}" destId="{3E1DDA39-FE8E-4B41-B531-8E6BF730EC52}" srcOrd="0" destOrd="0" presId="urn:microsoft.com/office/officeart/2005/8/layout/cycle8"/>
    <dgm:cxn modelId="{5A524467-C5F2-4FA1-8359-6959FF1D16E6}" type="presOf" srcId="{E62959D5-43E4-46A3-89C4-70ED57036AB5}" destId="{98A5CBF2-0242-4131-A4EA-9807DDE16229}" srcOrd="1" destOrd="0" presId="urn:microsoft.com/office/officeart/2005/8/layout/cycle8"/>
    <dgm:cxn modelId="{55C634E4-ED1A-407B-953B-6F41477562C0}" srcId="{74E97C80-3C92-4027-AD8A-64A1F36FC84F}" destId="{493F442E-2BEE-46F0-8C84-07E3FC71C271}" srcOrd="0" destOrd="0" parTransId="{943564ED-42E3-4044-A7FA-A0735E3CE354}" sibTransId="{B8A02050-0DC8-480A-B6E4-0C4ED0B2518C}"/>
    <dgm:cxn modelId="{10DCFBEB-360D-4195-B629-9614A2C3F230}" srcId="{74E97C80-3C92-4027-AD8A-64A1F36FC84F}" destId="{E62959D5-43E4-46A3-89C4-70ED57036AB5}" srcOrd="1" destOrd="0" parTransId="{A7B9D2DB-3796-410F-992C-DBA1E2D552AD}" sibTransId="{A4BC65B5-1097-4855-B307-2F4A5CF92AFA}"/>
    <dgm:cxn modelId="{68641CA1-9EF0-49CB-8872-2DE81254344D}" type="presParOf" srcId="{A1183E1E-931D-4D22-ACB1-BBC843DB747A}" destId="{BEF852A6-3073-425A-9478-6B628D3DF9D5}" srcOrd="0" destOrd="0" presId="urn:microsoft.com/office/officeart/2005/8/layout/cycle8"/>
    <dgm:cxn modelId="{E19D5E35-3A3D-473B-95AC-D5AA08F3B7EB}" type="presParOf" srcId="{A1183E1E-931D-4D22-ACB1-BBC843DB747A}" destId="{71BAF780-B791-4F41-8985-01D1EE61B0AE}" srcOrd="1" destOrd="0" presId="urn:microsoft.com/office/officeart/2005/8/layout/cycle8"/>
    <dgm:cxn modelId="{1B7900CC-27F9-436E-BB20-32E5A0A48585}" type="presParOf" srcId="{A1183E1E-931D-4D22-ACB1-BBC843DB747A}" destId="{1BAF9790-0733-4CB6-82A5-469804E93CC3}" srcOrd="2" destOrd="0" presId="urn:microsoft.com/office/officeart/2005/8/layout/cycle8"/>
    <dgm:cxn modelId="{D2197D91-C2CB-4091-8615-652686893F1F}" type="presParOf" srcId="{A1183E1E-931D-4D22-ACB1-BBC843DB747A}" destId="{93FA4735-582B-4880-B425-5CAF9019F52C}" srcOrd="3" destOrd="0" presId="urn:microsoft.com/office/officeart/2005/8/layout/cycle8"/>
    <dgm:cxn modelId="{3959682B-93B7-46A1-AF27-5C90998DA6B8}" type="presParOf" srcId="{A1183E1E-931D-4D22-ACB1-BBC843DB747A}" destId="{3E1DDA39-FE8E-4B41-B531-8E6BF730EC52}" srcOrd="4" destOrd="0" presId="urn:microsoft.com/office/officeart/2005/8/layout/cycle8"/>
    <dgm:cxn modelId="{B7F84AD1-6E85-43FB-86E1-F27952584A4D}" type="presParOf" srcId="{A1183E1E-931D-4D22-ACB1-BBC843DB747A}" destId="{48BF075E-F13E-4A2F-B450-0B8096567B93}" srcOrd="5" destOrd="0" presId="urn:microsoft.com/office/officeart/2005/8/layout/cycle8"/>
    <dgm:cxn modelId="{A7EAB035-9728-4863-A465-9E1A1A3D4A03}" type="presParOf" srcId="{A1183E1E-931D-4D22-ACB1-BBC843DB747A}" destId="{A5DADC52-E244-4545-A8FE-751CBF10710D}" srcOrd="6" destOrd="0" presId="urn:microsoft.com/office/officeart/2005/8/layout/cycle8"/>
    <dgm:cxn modelId="{215BA219-E8F8-4713-8504-CF756D15F0E5}" type="presParOf" srcId="{A1183E1E-931D-4D22-ACB1-BBC843DB747A}" destId="{98A5CBF2-0242-4131-A4EA-9807DDE16229}" srcOrd="7" destOrd="0" presId="urn:microsoft.com/office/officeart/2005/8/layout/cycle8"/>
    <dgm:cxn modelId="{E134F6BC-AE2A-4068-AAC2-89EF9EE77298}" type="presParOf" srcId="{A1183E1E-931D-4D22-ACB1-BBC843DB747A}" destId="{E10EDB05-5FF8-478A-8669-65858558063A}" srcOrd="8" destOrd="0" presId="urn:microsoft.com/office/officeart/2005/8/layout/cycle8"/>
    <dgm:cxn modelId="{15776570-61C6-4753-A1D9-112230DE8E6A}" type="presParOf" srcId="{A1183E1E-931D-4D22-ACB1-BBC843DB747A}" destId="{48EA3C74-1CB5-4694-84F1-BF51D240E8DD}" srcOrd="9" destOrd="0" presId="urn:microsoft.com/office/officeart/2005/8/layout/cycle8"/>
    <dgm:cxn modelId="{AFBE29A8-371C-43F1-BEDD-760505AEF04A}" type="presParOf" srcId="{A1183E1E-931D-4D22-ACB1-BBC843DB747A}" destId="{EB89F339-7454-40B1-B196-19F5D1FD9959}" srcOrd="10" destOrd="0" presId="urn:microsoft.com/office/officeart/2005/8/layout/cycle8"/>
    <dgm:cxn modelId="{E1D015A5-2B7A-4A61-BB19-B4CA37C0B8CC}" type="presParOf" srcId="{A1183E1E-931D-4D22-ACB1-BBC843DB747A}" destId="{DA5A3365-A144-4500-B893-9D02AEDA86D8}" srcOrd="11" destOrd="0" presId="urn:microsoft.com/office/officeart/2005/8/layout/cycle8"/>
    <dgm:cxn modelId="{A2044361-CDCF-4CAC-A461-0B0EB2606D2B}" type="presParOf" srcId="{A1183E1E-931D-4D22-ACB1-BBC843DB747A}" destId="{2D984744-D5D5-4E5B-8AE5-413142159D50}" srcOrd="12" destOrd="0" presId="urn:microsoft.com/office/officeart/2005/8/layout/cycle8"/>
    <dgm:cxn modelId="{E2ADA546-0DDE-4315-9CAA-7D11D117AD46}" type="presParOf" srcId="{A1183E1E-931D-4D22-ACB1-BBC843DB747A}" destId="{3AE2A2F4-1C26-4F7F-9BBF-8DAA84EA2D0E}" srcOrd="13" destOrd="0" presId="urn:microsoft.com/office/officeart/2005/8/layout/cycle8"/>
    <dgm:cxn modelId="{C16B2E3E-C871-4B4B-AD34-C2683B72ACD8}" type="presParOf" srcId="{A1183E1E-931D-4D22-ACB1-BBC843DB747A}" destId="{8C2FDAFC-1ABF-45B3-980D-0D61657BEB7C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F852A6-3073-425A-9478-6B628D3DF9D5}">
      <dsp:nvSpPr>
        <dsp:cNvPr id="0" name=""/>
        <dsp:cNvSpPr/>
      </dsp:nvSpPr>
      <dsp:spPr>
        <a:xfrm>
          <a:off x="1168661" y="199833"/>
          <a:ext cx="2582466" cy="2582466"/>
        </a:xfrm>
        <a:prstGeom prst="pie">
          <a:avLst>
            <a:gd name="adj1" fmla="val 16200000"/>
            <a:gd name="adj2" fmla="val 180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outerShdw blurRad="38100" dist="25400" dir="5400000" rotWithShape="0">
            <a:srgbClr val="000000">
              <a:alpha val="64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Brain Storm</a:t>
          </a:r>
          <a:endParaRPr lang="en-US" sz="1800" kern="1200" dirty="0"/>
        </a:p>
      </dsp:txBody>
      <dsp:txXfrm>
        <a:off x="2529682" y="747070"/>
        <a:ext cx="922309" cy="768591"/>
      </dsp:txXfrm>
    </dsp:sp>
    <dsp:sp modelId="{3E1DDA39-FE8E-4B41-B531-8E6BF730EC52}">
      <dsp:nvSpPr>
        <dsp:cNvPr id="0" name=""/>
        <dsp:cNvSpPr/>
      </dsp:nvSpPr>
      <dsp:spPr>
        <a:xfrm>
          <a:off x="1115474" y="292064"/>
          <a:ext cx="2582466" cy="2582466"/>
        </a:xfrm>
        <a:prstGeom prst="pie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accent5">
                <a:hueOff val="-1857811"/>
                <a:satOff val="1829"/>
                <a:lumOff val="4118"/>
                <a:alphaOff val="0"/>
                <a:tint val="96000"/>
                <a:lumMod val="102000"/>
              </a:schemeClr>
            </a:gs>
            <a:gs pos="100000">
              <a:schemeClr val="accent5">
                <a:hueOff val="-1857811"/>
                <a:satOff val="1829"/>
                <a:lumOff val="4118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outerShdw blurRad="38100" dist="25400" dir="5400000" rotWithShape="0">
            <a:srgbClr val="000000">
              <a:alpha val="64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Discussion Video</a:t>
          </a:r>
          <a:endParaRPr lang="en-US" sz="1800" kern="1200" dirty="0"/>
        </a:p>
      </dsp:txBody>
      <dsp:txXfrm>
        <a:off x="1730347" y="1967593"/>
        <a:ext cx="1383464" cy="676360"/>
      </dsp:txXfrm>
    </dsp:sp>
    <dsp:sp modelId="{E10EDB05-5FF8-478A-8669-65858558063A}">
      <dsp:nvSpPr>
        <dsp:cNvPr id="0" name=""/>
        <dsp:cNvSpPr/>
      </dsp:nvSpPr>
      <dsp:spPr>
        <a:xfrm>
          <a:off x="1062288" y="199833"/>
          <a:ext cx="2582466" cy="2582466"/>
        </a:xfrm>
        <a:prstGeom prst="pie">
          <a:avLst>
            <a:gd name="adj1" fmla="val 9000000"/>
            <a:gd name="adj2" fmla="val 16200000"/>
          </a:avLst>
        </a:prstGeom>
        <a:gradFill rotWithShape="0">
          <a:gsLst>
            <a:gs pos="0">
              <a:schemeClr val="accent5">
                <a:hueOff val="-3715622"/>
                <a:satOff val="3658"/>
                <a:lumOff val="8236"/>
                <a:alphaOff val="0"/>
                <a:tint val="96000"/>
                <a:lumMod val="102000"/>
              </a:schemeClr>
            </a:gs>
            <a:gs pos="100000">
              <a:schemeClr val="accent5">
                <a:hueOff val="-3715622"/>
                <a:satOff val="3658"/>
                <a:lumOff val="8236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outerShdw blurRad="38100" dist="25400" dir="5400000" rotWithShape="0">
            <a:srgbClr val="000000">
              <a:alpha val="64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Reading Question</a:t>
          </a:r>
          <a:endParaRPr lang="en-US" sz="1800" kern="1200" dirty="0"/>
        </a:p>
      </dsp:txBody>
      <dsp:txXfrm>
        <a:off x="1361423" y="747070"/>
        <a:ext cx="922309" cy="768591"/>
      </dsp:txXfrm>
    </dsp:sp>
    <dsp:sp modelId="{2D984744-D5D5-4E5B-8AE5-413142159D50}">
      <dsp:nvSpPr>
        <dsp:cNvPr id="0" name=""/>
        <dsp:cNvSpPr/>
      </dsp:nvSpPr>
      <dsp:spPr>
        <a:xfrm>
          <a:off x="1009007" y="39966"/>
          <a:ext cx="2902200" cy="2902200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outerShdw blurRad="38100" dist="25400" dir="5400000" rotWithShape="0">
            <a:srgbClr val="000000">
              <a:alpha val="64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AE2A2F4-1C26-4F7F-9BBF-8DAA84EA2D0E}">
      <dsp:nvSpPr>
        <dsp:cNvPr id="0" name=""/>
        <dsp:cNvSpPr/>
      </dsp:nvSpPr>
      <dsp:spPr>
        <a:xfrm>
          <a:off x="955607" y="132034"/>
          <a:ext cx="2902200" cy="2902200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gradFill rotWithShape="0">
          <a:gsLst>
            <a:gs pos="0">
              <a:schemeClr val="accent5">
                <a:hueOff val="-1857811"/>
                <a:satOff val="1829"/>
                <a:lumOff val="4118"/>
                <a:alphaOff val="0"/>
                <a:tint val="96000"/>
                <a:lumMod val="102000"/>
              </a:schemeClr>
            </a:gs>
            <a:gs pos="100000">
              <a:schemeClr val="accent5">
                <a:hueOff val="-1857811"/>
                <a:satOff val="1829"/>
                <a:lumOff val="4118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outerShdw blurRad="38100" dist="25400" dir="5400000" rotWithShape="0">
            <a:srgbClr val="000000">
              <a:alpha val="64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C2FDAFC-1ABF-45B3-980D-0D61657BEB7C}">
      <dsp:nvSpPr>
        <dsp:cNvPr id="0" name=""/>
        <dsp:cNvSpPr/>
      </dsp:nvSpPr>
      <dsp:spPr>
        <a:xfrm>
          <a:off x="902208" y="39966"/>
          <a:ext cx="2902200" cy="2902200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gradFill rotWithShape="0">
          <a:gsLst>
            <a:gs pos="0">
              <a:schemeClr val="accent5">
                <a:hueOff val="-3715622"/>
                <a:satOff val="3658"/>
                <a:lumOff val="8236"/>
                <a:alphaOff val="0"/>
                <a:tint val="96000"/>
                <a:lumMod val="102000"/>
              </a:schemeClr>
            </a:gs>
            <a:gs pos="100000">
              <a:schemeClr val="accent5">
                <a:hueOff val="-3715622"/>
                <a:satOff val="3658"/>
                <a:lumOff val="8236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outerShdw blurRad="38100" dist="25400" dir="5400000" rotWithShape="0">
            <a:srgbClr val="000000">
              <a:alpha val="64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CA631-5E56-4105-98C9-28F06EB9D3D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93C4-983E-4254-BBD2-CC314928E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142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CA631-5E56-4105-98C9-28F06EB9D3D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CF793C4-983E-4254-BBD2-CC314928E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988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CA631-5E56-4105-98C9-28F06EB9D3D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93C4-983E-4254-BBD2-CC314928E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0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CA631-5E56-4105-98C9-28F06EB9D3D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93C4-983E-4254-BBD2-CC314928E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8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CA631-5E56-4105-98C9-28F06EB9D3D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93C4-983E-4254-BBD2-CC314928E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18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CA631-5E56-4105-98C9-28F06EB9D3D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93C4-983E-4254-BBD2-CC314928E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2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CA631-5E56-4105-98C9-28F06EB9D3D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93C4-983E-4254-BBD2-CC314928E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61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CA631-5E56-4105-98C9-28F06EB9D3D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93C4-983E-4254-BBD2-CC314928E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31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CA631-5E56-4105-98C9-28F06EB9D3D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93C4-983E-4254-BBD2-CC314928E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333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CA631-5E56-4105-98C9-28F06EB9D3D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93C4-983E-4254-BBD2-CC314928E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992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CA631-5E56-4105-98C9-28F06EB9D3D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93C4-983E-4254-BBD2-CC314928E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63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CA631-5E56-4105-98C9-28F06EB9D3D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93C4-983E-4254-BBD2-CC314928E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113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CA631-5E56-4105-98C9-28F06EB9D3D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93C4-983E-4254-BBD2-CC314928E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892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CA631-5E56-4105-98C9-28F06EB9D3D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93C4-983E-4254-BBD2-CC314928E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9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CA631-5E56-4105-98C9-28F06EB9D3D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93C4-983E-4254-BBD2-CC314928E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255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CA631-5E56-4105-98C9-28F06EB9D3D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93C4-983E-4254-BBD2-CC314928E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74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CA631-5E56-4105-98C9-28F06EB9D3D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93C4-983E-4254-BBD2-CC314928E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7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82CA631-5E56-4105-98C9-28F06EB9D3D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CF793C4-983E-4254-BBD2-CC314928E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430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351"/>
            <a:ext cx="12192000" cy="687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3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341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024549" y="2933778"/>
            <a:ext cx="360943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</a:rPr>
              <a:t>USTAD D</a:t>
            </a:r>
            <a:r>
              <a:rPr lang="az-Latn-AZ" sz="54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</a:rPr>
              <a:t>ƏRS</a:t>
            </a:r>
            <a:endParaRPr lang="en-US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Freestyle Script" panose="030804020302050B04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57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341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164439" y="2108776"/>
            <a:ext cx="104708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az-Latn-AZ" sz="36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School</a:t>
            </a:r>
            <a:r>
              <a:rPr lang="az-Latn-AZ" sz="3600" b="1" cap="none" spc="0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:</a:t>
            </a:r>
            <a:endParaRPr lang="en-US" sz="36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Freestyle Script" panose="030804020302050B0404" pitchFamily="66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30474" y="1867013"/>
            <a:ext cx="6099645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Kurdamir</a:t>
            </a:r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 District — </a:t>
            </a:r>
            <a:r>
              <a:rPr lang="en-US" sz="36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Shikhimli</a:t>
            </a:r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 Village Full Secondary School named after </a:t>
            </a:r>
            <a:r>
              <a:rPr lang="en-US" sz="36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Vugar</a:t>
            </a:r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Gurbanov</a:t>
            </a:r>
            <a:endParaRPr lang="en-US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Freestyle Script" panose="030804020302050B0404" pitchFamily="66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28696" y="3628683"/>
            <a:ext cx="127470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Teacher</a:t>
            </a:r>
            <a:r>
              <a:rPr lang="az-Latn-AZ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:</a:t>
            </a:r>
            <a:endParaRPr lang="en-US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Freestyle Script" panose="030804020302050B0404" pitchFamily="66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78700" y="3628683"/>
            <a:ext cx="58731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Fanara</a:t>
            </a:r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Jabrayilova</a:t>
            </a:r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 (English Teacher)</a:t>
            </a:r>
            <a:endParaRPr lang="en-US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Freestyle Script" panose="030804020302050B0404" pitchFamily="66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36335" y="4518856"/>
            <a:ext cx="146706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Subject: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96972" y="4518855"/>
            <a:ext cx="131799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English</a:t>
            </a:r>
            <a:endParaRPr lang="en-US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Freestyle Script" panose="030804020302050B0404" pitchFamily="66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23517" y="4457299"/>
            <a:ext cx="125547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Grade</a:t>
            </a:r>
            <a:r>
              <a:rPr lang="az-Latn-AZ" sz="40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:</a:t>
            </a:r>
            <a:endParaRPr lang="en-US" sz="40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Freestyle Script" panose="030804020302050B0404" pitchFamily="66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678990" y="4488076"/>
            <a:ext cx="65460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az-Latn-AZ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6A</a:t>
            </a:r>
            <a:endParaRPr lang="en-US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Freestyle Script" panose="030804020302050B0404" pitchFamily="66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629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3419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06969" y="1781715"/>
            <a:ext cx="269831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STANDART: 3.1.1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06969" y="2414040"/>
            <a:ext cx="681739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Finds some details in very short, simple informational texts. </a:t>
            </a:r>
            <a:endParaRPr lang="en-US" sz="32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Freestyle Script" panose="030804020302050B0404" pitchFamily="66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61777" y="3531172"/>
            <a:ext cx="647698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Objectives </a:t>
            </a:r>
            <a:r>
              <a:rPr lang="en-US" sz="32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:</a:t>
            </a:r>
          </a:p>
          <a:p>
            <a:r>
              <a:rPr lang="en-US" sz="3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	</a:t>
            </a:r>
            <a:r>
              <a:rPr lang="en-US" sz="32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The </a:t>
            </a:r>
            <a:r>
              <a:rPr lang="en-US" sz="3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student finds and explains the main details in the story “Peter and the Wolf”</a:t>
            </a:r>
          </a:p>
        </p:txBody>
      </p:sp>
    </p:spTree>
    <p:extLst>
      <p:ext uri="{BB962C8B-B14F-4D97-AF65-F5344CB8AC3E}">
        <p14:creationId xmlns:p14="http://schemas.microsoft.com/office/powerpoint/2010/main" val="3676288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341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864851" y="1815834"/>
            <a:ext cx="470658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Assessment 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94833" y="2928490"/>
            <a:ext cx="5176598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Selects the most important information from the text and presents it </a:t>
            </a:r>
            <a:r>
              <a:rPr lang="en-US" sz="3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simply</a:t>
            </a:r>
            <a:r>
              <a:rPr lang="az-Latn-AZ" sz="3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.</a:t>
            </a:r>
            <a:endParaRPr lang="en-US" sz="32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Freestyle Script" panose="030804020302050B0404" pitchFamily="66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522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34199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4629034" y="2686664"/>
            <a:ext cx="117716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Theme</a:t>
            </a:r>
            <a:r>
              <a:rPr lang="az-Latn-AZ" sz="36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:</a:t>
            </a:r>
            <a:endParaRPr lang="en-US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Freestyle Script" panose="030804020302050B0404" pitchFamily="66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06201" y="2717443"/>
            <a:ext cx="128187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Lesson </a:t>
            </a:r>
            <a:r>
              <a:rPr lang="en-US" sz="32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3</a:t>
            </a:r>
            <a:r>
              <a:rPr lang="az-Latn-AZ" sz="32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 </a:t>
            </a:r>
            <a:endParaRPr lang="en-US" sz="32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Freestyle Script" panose="030804020302050B0404" pitchFamily="66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79688" y="3235106"/>
            <a:ext cx="365562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spc="3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Peter and the Wolf</a:t>
            </a:r>
          </a:p>
        </p:txBody>
      </p:sp>
    </p:spTree>
    <p:extLst>
      <p:ext uri="{BB962C8B-B14F-4D97-AF65-F5344CB8AC3E}">
        <p14:creationId xmlns:p14="http://schemas.microsoft.com/office/powerpoint/2010/main" val="140939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34199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243617" y="2319174"/>
            <a:ext cx="140615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spc="300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Resurse</a:t>
            </a:r>
            <a:endParaRPr lang="en-US" sz="3600" b="1" spc="30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Freestyle Script" panose="030804020302050B0404" pitchFamily="66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96329" y="2719320"/>
            <a:ext cx="5399341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Textbook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Worksheets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Visual materials (pictures / flashcards)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Board / markers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Optional: short video (1–2 min)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3617" y="1675132"/>
            <a:ext cx="149912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spc="300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Reading: </a:t>
            </a:r>
            <a:endParaRPr lang="en-US" sz="3600" b="1" spc="30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Freestyle Script" panose="030804020302050B0404" pitchFamily="66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42745" y="1675132"/>
            <a:ext cx="539286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spc="3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Peter and the </a:t>
            </a:r>
            <a:r>
              <a:rPr lang="en-US" sz="3600" b="1" spc="3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Wolf </a:t>
            </a:r>
            <a:r>
              <a:rPr lang="en-US" sz="3600" b="1" spc="300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a </a:t>
            </a:r>
            <a:r>
              <a:rPr lang="en-US" sz="3600" b="1" spc="3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story </a:t>
            </a:r>
          </a:p>
        </p:txBody>
      </p:sp>
    </p:spTree>
    <p:extLst>
      <p:ext uri="{BB962C8B-B14F-4D97-AF65-F5344CB8AC3E}">
        <p14:creationId xmlns:p14="http://schemas.microsoft.com/office/powerpoint/2010/main" val="4144639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00"/>
            <a:ext cx="12192000" cy="6934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996580" y="1733830"/>
            <a:ext cx="8237989" cy="23237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Warm up: </a:t>
            </a:r>
            <a:r>
              <a:rPr lang="en-US" sz="2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The </a:t>
            </a:r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teacher starts with the question “Do you know the story Peter and Wolf?” Students give simple answers .Then the text is read </a:t>
            </a:r>
            <a:r>
              <a:rPr lang="en-US" sz="28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andstudents</a:t>
            </a:r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slect</a:t>
            </a:r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 the key details. In groups, they discuss the points they chose .The teacher supports and explains their answers. Working in group ,students retell </a:t>
            </a:r>
            <a:r>
              <a:rPr lang="en-US" sz="28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ashort</a:t>
            </a:r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 part of the </a:t>
            </a:r>
            <a:r>
              <a:rPr lang="en-US" sz="28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story.Discuss</a:t>
            </a:r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 what it means and answers the  following questions: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88903" y="3923939"/>
            <a:ext cx="4896374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What is the story about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What is the moral of the story?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Why did you remember this story?</a:t>
            </a:r>
          </a:p>
        </p:txBody>
      </p:sp>
    </p:spTree>
    <p:extLst>
      <p:ext uri="{BB962C8B-B14F-4D97-AF65-F5344CB8AC3E}">
        <p14:creationId xmlns:p14="http://schemas.microsoft.com/office/powerpoint/2010/main" val="3966212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00"/>
            <a:ext cx="12192000" cy="6934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933221" y="1666197"/>
            <a:ext cx="232555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spc="3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Strategy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288950741"/>
              </p:ext>
            </p:extLst>
          </p:nvPr>
        </p:nvGraphicFramePr>
        <p:xfrm>
          <a:off x="3500075" y="2374083"/>
          <a:ext cx="4813416" cy="30743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858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00"/>
            <a:ext cx="12192000" cy="6934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56137" y="3105834"/>
            <a:ext cx="627880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____________Individual and group work</a:t>
            </a:r>
          </a:p>
        </p:txBody>
      </p:sp>
    </p:spTree>
    <p:extLst>
      <p:ext uri="{BB962C8B-B14F-4D97-AF65-F5344CB8AC3E}">
        <p14:creationId xmlns:p14="http://schemas.microsoft.com/office/powerpoint/2010/main" val="147508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00"/>
            <a:ext cx="12192000" cy="6934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624013" y="1668353"/>
            <a:ext cx="294397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Student’s Reflection</a:t>
            </a:r>
            <a:endParaRPr lang="en-US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Freestyle Script" panose="030804020302050B0404" pitchFamily="66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95662" y="2155294"/>
            <a:ext cx="75976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Students can share the most interesting detail they learned from the text ,weaker students mention only one detail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4624013" y="3459375"/>
            <a:ext cx="264527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Teacher’s reflection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0004" y="3886012"/>
            <a:ext cx="609600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Students were </a:t>
            </a:r>
            <a:r>
              <a:rPr lang="en-US" sz="36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intetested</a:t>
            </a:r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 in the topic, but some had difficulty understanding long  sentences</a:t>
            </a:r>
          </a:p>
        </p:txBody>
      </p:sp>
    </p:spTree>
    <p:extLst>
      <p:ext uri="{BB962C8B-B14F-4D97-AF65-F5344CB8AC3E}">
        <p14:creationId xmlns:p14="http://schemas.microsoft.com/office/powerpoint/2010/main" val="1250718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00"/>
            <a:ext cx="12192000" cy="6934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90857" y="1664837"/>
            <a:ext cx="275789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Key Vocabulary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0429" y="2782669"/>
            <a:ext cx="692091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Wolf, </a:t>
            </a:r>
            <a:r>
              <a:rPr lang="en-US" sz="36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Freestyle Script" panose="030804020302050B0404" pitchFamily="66" charset="0"/>
                <a:cs typeface="Arial" panose="020B0604020202020204" pitchFamily="34" charset="0"/>
              </a:rPr>
              <a:t>Forest,Boy,Shout,Help,Villagers,Truth,Lie</a:t>
            </a:r>
            <a:endParaRPr lang="en-US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Freestyle Script" panose="030804020302050B0404" pitchFamily="66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58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123</TotalTime>
  <Words>247</Words>
  <Application>Microsoft Office PowerPoint</Application>
  <PresentationFormat>Widescreen</PresentationFormat>
  <Paragraphs>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Corbel</vt:lpstr>
      <vt:lpstr>Freestyle Script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elgiz cebrayilov</dc:creator>
  <cp:lastModifiedBy>elgiz cebrayilov</cp:lastModifiedBy>
  <cp:revision>13</cp:revision>
  <dcterms:created xsi:type="dcterms:W3CDTF">2026-01-02T15:18:16Z</dcterms:created>
  <dcterms:modified xsi:type="dcterms:W3CDTF">2026-01-02T17:21:20Z</dcterms:modified>
</cp:coreProperties>
</file>